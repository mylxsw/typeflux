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10.xml" ContentType="application/vnd.openxmlformats-officedocument.presentationml.slide+xml"/>
</Types>
</file>

<file path=_rels/.rels><Relationships xmlns='http://schemas.openxmlformats.org/package/2006/relationships'><Relationship Id='rId1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link="http://schemas.openxmlformats.org/officeDocument/2006/relationships">
  <p:sldIdLst>
    <p:sldId id="256" link:id="first"/>
    <p:sldId id="257" link:id="second"/>
  </p:sldIdLst>
</p:presentation>
</file>

<file path=ppt/_rels/presentation.xml.rels><Relationships xmlns="http://schemas.openxmlformats.org/package/2006/relationships">
<Relationship Id='second' Type='http://schemas.openxmlformats.org/officeDocument/2006/relationships/slide' Target='/ppt/slides/slide10.xml'/><Relationship Id="unused" Type="external" TargetMode="External" Target="http://127.0.0.1:9/must-not-load"/>
<Relationship Id="first" Type="http://schemas.openxmlformats.org/officeDocument/2006/relationships/slide" Target="slides/../slides/slide2.xml"/>
</Relationships>
</file>

<file path=ppt/slides/slide2.xml><?xml version="1.0" encoding="utf-8"?>
<p:sld xmlns:p="http://schemas.openxmlformats.org/presentationml/2006/main" xmlns:a="http://schemas.openxmlformats.org/drawingml/2006/main">
  <p:cSld>
    <p:spTree>
      <p:sp>
        <p:txBody>
          <a:bodyPr/>
          <a:lstStyle/>
          <a:p>
            <a:r>
              <a:rPr>
                <a:hlinkClick xmlns:r="http://schemas.openxmlformats.org/officeDocument/2006/relationships" r:id="external"/>
              </a:rPr>
              <a:t>项目 INV-682914</a:t>
            </a:r>
            <a:br/>
            <a:fld>
              <a:t>cached field</a:t>
            </a:fld>
          </a:p>
        </p:txBody>
      </p:sp>
      <p:graphicFrame>
        <a:graphic>
          <a:graphicData>
            <a:tbl>
              <a:tr>
                <a:tc>
                  <a:txBody>
                    <a:p>
                      <a:r>
                        <a:t><![CDATA[Table & body]]></a:t>
                      </a:r>
                    </a:p>
                  </a:txBody>
                </a:tc>
              </a:tr>
            </a:tbl>
          </a:graphicData>
        </a:graphic>
      </p:graphicFrame>
      <p:pic>
        <a:t>hiddenpicture</a:t>
      </p:pic>
      <p:oleObj>
        <p:sp>
          <p:txBody>
            <a:p>
              <a:r>
                <a:t>hiddenobject</a:t>
              </a:r>
            </a:p>
          </p:txBody>
        </p:sp>
      </p:oleObj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sp>
        <p:txBody>
          <a:bodyPr/>
          <a:lstStyle/>
          <a:p>
            <a:r>
              <a:t>secondslidezebra</a:t>
            </a:r>
          </a:p>
        </p:txBody>
      </p:sp>
    </p:spTree>
  </p:cSld>
</p:sld>
</file>